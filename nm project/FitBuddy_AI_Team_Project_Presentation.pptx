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365760"/>
            <a:ext cx="2468880" cy="2468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5394960"/>
            <a:ext cx="1828800" cy="1828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212080"/>
            <a:ext cx="1554480" cy="1554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685800"/>
            <a:ext cx="242316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731520"/>
            <a:ext cx="22768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CFCE7"/>
                </a:solidFill>
                <a:latin typeface="Aptos"/>
              </a:defRPr>
            </a:pPr>
            <a:r>
              <a:t>GENERATIVE AI •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4241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FITBUDDY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0">
                <a:solidFill>
                  <a:srgbClr val="CBD5E1"/>
                </a:solidFill>
                <a:latin typeface="Aptos Display"/>
              </a:defRPr>
            </a:pPr>
            <a:r>
              <a:t>An AI-Powered Fitness Assistance Web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5029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TEAM PROJECT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Pavithiran P M  •  Narmadha J  •  Mishal 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Haripriya  •  Ragavi 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B.Sc. Information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50749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KATHIR College of Arts and Science</a:t>
            </a:r>
          </a:p>
          <a:p>
            <a:pPr algn="r">
              <a:defRPr sz="1100">
                <a:solidFill>
                  <a:srgbClr val="CBD5E1"/>
                </a:solidFill>
              </a:defRPr>
            </a:pPr>
            <a:r>
              <a:t>Project Guide: __________________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What FitBuddy AI is designed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Fitness Assistance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3044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475569"/>
                </a:solidFill>
                <a:latin typeface="Aptos"/>
              </a:defRPr>
            </a:pPr>
            <a:r>
              <a:t>A web-based platform that collects a user's fitness profile and generates a structured weekly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AI-Powered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44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475569"/>
                </a:solidFill>
                <a:latin typeface="Aptos"/>
              </a:defRPr>
            </a:pPr>
            <a:r>
              <a:t>Gemini can generate a practical 7-day fitness and nutrition plan using the stored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 Display"/>
              </a:defRPr>
            </a:pPr>
            <a:r>
              <a:t>Persistent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75688"/>
            <a:ext cx="3044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475569"/>
                </a:solidFill>
                <a:latin typeface="Aptos"/>
              </a:defRPr>
            </a:pPr>
            <a:r>
              <a:t>SQLite stores users, profiles and generated plans so previous plans can be retrieved.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Backend: Python + FastAPI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Frontend: HTML + CSS + JavaScript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Database: SQLite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AI: Gemini integration with built-in fallback planner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4297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Challenges in Conventional Fitness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491947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500">
                <a:solidFill>
                  <a:srgbClr val="475569"/>
                </a:solidFill>
                <a:latin typeface="Aptos"/>
              </a:defRPr>
            </a:pPr>
            <a:r>
              <a:t>Users may have to combine static plans, videos, notes and manual tracking. This can make it harder to maintain one organized fitness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Static information may offer limited personalization.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Different fitness activities may require separate resources.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User information is often tracked manually.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Frontend interaction and backend services may not be unified.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164592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36776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73352"/>
            <a:ext cx="2331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Build a web-based fitness assistance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5152" y="164592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636776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73352"/>
            <a:ext cx="2331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Provide a clean and user-friendly 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39912" y="164592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636776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73352"/>
            <a:ext cx="2331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Use FastAPI for backend logic and APIs.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379476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785616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22192"/>
            <a:ext cx="2331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Store application data using SQLite.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5152" y="3794760"/>
            <a:ext cx="530352" cy="5303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785616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822192"/>
            <a:ext cx="2331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Create a modular foundation for AI-powered recommendations.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39912" y="379476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3785616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822192"/>
            <a:ext cx="2331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Keep the system extensible for personalization and analytics.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Existing System vs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65836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52120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Aptos Display"/>
              </a:defRPr>
            </a:pPr>
            <a:r>
              <a:t>Existing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212080" cy="65836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44168"/>
            <a:ext cx="52120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Aptos Display"/>
              </a:defRPr>
            </a:pPr>
            <a:r>
              <a:t>Proposed FitBuddy AI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13432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95144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24028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Static fitness information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090672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72384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301752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Separate resources for activities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67912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49624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79476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Manual tracking of user information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645152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26864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457200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Limited integration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31343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295144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24028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Unified web application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09067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072384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01752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Interactive user profile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8679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849624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79476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FastAPI + SQLite processing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64515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626864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457200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AI-ready personalization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Layered architecture used by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234440"/>
            <a:ext cx="10195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" y="1316736"/>
            <a:ext cx="1508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307592"/>
            <a:ext cx="1508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39" y="1316736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User interacts with the web application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1773936"/>
            <a:ext cx="0" cy="16459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" y="1947672"/>
            <a:ext cx="10195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9848" y="2029967"/>
            <a:ext cx="1508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020824"/>
            <a:ext cx="1508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WEB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029967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HTML • CSS • JavaScript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2487168"/>
            <a:ext cx="0" cy="16459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2660904"/>
            <a:ext cx="10195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9848" y="2743200"/>
            <a:ext cx="1508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2734056"/>
            <a:ext cx="1508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API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74320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FastAPI endpoints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3200400"/>
            <a:ext cx="0" cy="16459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0120" y="3374136"/>
            <a:ext cx="10195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9848" y="3456432"/>
            <a:ext cx="1508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447288"/>
            <a:ext cx="1508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APPLICATION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39" y="34564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Python business logic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0" y="3913632"/>
            <a:ext cx="0" cy="16459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0120" y="4087368"/>
            <a:ext cx="10195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9848" y="4169664"/>
            <a:ext cx="150876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4160520"/>
            <a:ext cx="1508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DATA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4169664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SQLite persistence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0" y="4626864"/>
            <a:ext cx="0" cy="16459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" y="4800600"/>
            <a:ext cx="10195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9848" y="4882896"/>
            <a:ext cx="150876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" y="4873752"/>
            <a:ext cx="1508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AI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39" y="4882896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Gemini / fallback planner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304495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475569"/>
                </a:solidFill>
                <a:latin typeface="Aptos"/>
              </a:defRPr>
            </a:pPr>
            <a:r>
              <a:t>Backend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32588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984248"/>
            <a:ext cx="304495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475569"/>
                </a:solidFill>
                <a:latin typeface="Aptos"/>
              </a:defRPr>
            </a:pPr>
            <a:r>
              <a:t>REST API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25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325880"/>
            <a:ext cx="64008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Uvicorn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1984248"/>
            <a:ext cx="304495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475569"/>
                </a:solidFill>
                <a:latin typeface="Aptos"/>
              </a:defRPr>
            </a:pPr>
            <a:r>
              <a:t>ASGI application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64008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393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33087"/>
            <a:ext cx="304495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475569"/>
                </a:solidFill>
                <a:latin typeface="Aptos"/>
              </a:defRPr>
            </a:pPr>
            <a:r>
              <a:t>Lightweight relational 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4747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474720"/>
            <a:ext cx="64008" cy="1737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36393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HTML / CSS / 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133087"/>
            <a:ext cx="304495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475569"/>
                </a:solidFill>
                <a:latin typeface="Aptos"/>
              </a:defRPr>
            </a:pPr>
            <a:r>
              <a:t>Frontend interface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4747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3474720"/>
            <a:ext cx="64008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36393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Gemini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133087"/>
            <a:ext cx="304495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475569"/>
                </a:solidFill>
                <a:latin typeface="Aptos"/>
              </a:defRPr>
            </a:pPr>
            <a:r>
              <a:t>AI plan generation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Major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44751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1. Web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4782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User-facing pages and interaction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28016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444751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2.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938528"/>
            <a:ext cx="4782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Registration, login and session token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803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64008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0449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3. Fitness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538728"/>
            <a:ext cx="4782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Stores age, goals, activity, experience and preferences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8803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88036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0449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4. Plan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538728"/>
            <a:ext cx="4782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Creates 7-day workout, food and recovery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480560"/>
            <a:ext cx="64008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6451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5. AI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138928"/>
            <a:ext cx="4782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Gemini generation with fallback planner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4805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480560"/>
            <a:ext cx="64008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46451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6. Plan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5138928"/>
            <a:ext cx="4782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Stores and retrieves previous generated plans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" y="2130552"/>
            <a:ext cx="484632" cy="4846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130552"/>
            <a:ext cx="484632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51760"/>
            <a:ext cx="1280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ptos Display"/>
              </a:defRPr>
            </a:pPr>
            <a:r>
              <a:t>Register /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7128" y="379476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33472" y="3867912"/>
            <a:ext cx="484632" cy="4846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3867912"/>
            <a:ext cx="484632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389120"/>
            <a:ext cx="1280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ptos Display"/>
              </a:defRPr>
            </a:pPr>
            <a:r>
              <a:t>Complete Fitness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1336" y="205740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7680" y="2130552"/>
            <a:ext cx="484632" cy="4846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30552"/>
            <a:ext cx="484632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8" y="2651760"/>
            <a:ext cx="1280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ptos Display"/>
              </a:defRPr>
            </a:pPr>
            <a:r>
              <a:t>Send Generate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95544" y="379476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61888" y="3867912"/>
            <a:ext cx="484632" cy="4846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3867912"/>
            <a:ext cx="484632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8696" y="4389120"/>
            <a:ext cx="1280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ptos Display"/>
              </a:defRPr>
            </a:pPr>
            <a:r>
              <a:t>FastAPI Validates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9752" y="205740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2130552"/>
            <a:ext cx="484632" cy="4846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2130552"/>
            <a:ext cx="484632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2904" y="2651760"/>
            <a:ext cx="1280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ptos Display"/>
              </a:defRPr>
            </a:pPr>
            <a:r>
              <a:t>Gemini or Fallback Planner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79476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90304" y="3867912"/>
            <a:ext cx="484632" cy="48463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3867912"/>
            <a:ext cx="484632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4389120"/>
            <a:ext cx="1280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ptos Display"/>
              </a:defRPr>
            </a:pPr>
            <a:r>
              <a:t>Save Plan in SQLite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88168" y="205740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54512" y="2130552"/>
            <a:ext cx="484632" cy="4846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54512" y="2130552"/>
            <a:ext cx="484632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2651760"/>
            <a:ext cx="1280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ptos Display"/>
              </a:defRPr>
            </a:pPr>
            <a:r>
              <a:t>Display 7-Day Plan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20240" y="2743200"/>
            <a:ext cx="228600" cy="105156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584448" y="2743200"/>
            <a:ext cx="228600" cy="105156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248656" y="2743200"/>
            <a:ext cx="228600" cy="105156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912864" y="2743200"/>
            <a:ext cx="228600" cy="105156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577072" y="2743200"/>
            <a:ext cx="228600" cy="105156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241280" y="2743200"/>
            <a:ext cx="228600" cy="105156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97280" y="5486400"/>
            <a:ext cx="9966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75569"/>
                </a:solidFill>
                <a:latin typeface="Aptos Display"/>
              </a:defRPr>
            </a:pPr>
            <a:r>
              <a:t>User request → validation → AI/fallback generation → persistence → response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Backend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FastAPI routes implemented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 Display"/>
              </a:defRPr>
            </a:pPr>
            <a:r>
              <a:t>/api/register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4782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Create a new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380744"/>
            <a:ext cx="749808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426464"/>
            <a:ext cx="6035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3444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3990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 Display"/>
              </a:defRPr>
            </a:pPr>
            <a:r>
              <a:t>/api/login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892808"/>
            <a:ext cx="4782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Authenticate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69880" y="1380744"/>
            <a:ext cx="749808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43032" y="1426464"/>
            <a:ext cx="6035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46888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468880"/>
            <a:ext cx="6400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633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 Display"/>
              </a:defRPr>
            </a:pPr>
            <a:r>
              <a:t>/api/me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127248"/>
            <a:ext cx="4782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Read current user/profile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2615184"/>
            <a:ext cx="749808" cy="34747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2660904"/>
            <a:ext cx="6035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46888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46888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633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 Display"/>
              </a:defRPr>
            </a:pPr>
            <a:r>
              <a:t>/api/profile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127248"/>
            <a:ext cx="4782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Create or update fitness profile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9880" y="2615184"/>
            <a:ext cx="749808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43032" y="2660904"/>
            <a:ext cx="6035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70332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70332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8679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 Display"/>
              </a:defRPr>
            </a:pPr>
            <a:r>
              <a:t>/api/plan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361688"/>
            <a:ext cx="4782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Generate and store a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3849624"/>
            <a:ext cx="749808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9472" y="3895344"/>
            <a:ext cx="6035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70332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70332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8679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 Display"/>
              </a:defRPr>
            </a:pPr>
            <a:r>
              <a:t>/api/plan/regenerate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4361688"/>
            <a:ext cx="4782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Generate a revised plan using feedback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69880" y="3849624"/>
            <a:ext cx="749808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43032" y="3895344"/>
            <a:ext cx="6035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9377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4937760"/>
            <a:ext cx="6400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" y="51023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 Display"/>
              </a:defRPr>
            </a:pPr>
            <a:r>
              <a:t>/api/plans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" y="5596128"/>
            <a:ext cx="4782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Retrieve recent plans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5084064"/>
            <a:ext cx="749808" cy="34747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5129784"/>
            <a:ext cx="6035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49377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4937760"/>
            <a:ext cx="6400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0528" y="51023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 Display"/>
              </a:defRPr>
            </a:pPr>
            <a:r>
              <a:t>/api/health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5596128"/>
            <a:ext cx="4782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Health/status check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69880" y="5084064"/>
            <a:ext cx="749808" cy="34747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43032" y="5129784"/>
            <a:ext cx="6035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ptos Display"/>
              </a:defRPr>
            </a:pPr>
            <a:r>
              <a:t>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29967"/>
            <a:ext cx="2862072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500">
                <a:solidFill>
                  <a:srgbClr val="475569"/>
                </a:solidFill>
                <a:latin typeface="Aptos"/>
              </a:defRPr>
            </a:pPr>
            <a:r>
              <a:t>The project uses SQLite for lightweight persistent storage. The database is stored locally as a single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6812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6400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90472"/>
            <a:ext cx="6446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84248"/>
            <a:ext cx="6428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id • name • email • password_hash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43200"/>
            <a:ext cx="6812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743200"/>
            <a:ext cx="6400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907792"/>
            <a:ext cx="6446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401568"/>
            <a:ext cx="6428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user_id • age • height • weight • goal • activity • preferences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160520"/>
            <a:ext cx="6812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416052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4325112"/>
            <a:ext cx="6446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PLANS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818888"/>
            <a:ext cx="6428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475569"/>
                </a:solidFill>
                <a:latin typeface="Aptos"/>
              </a:defRPr>
            </a:pPr>
            <a:r>
              <a:t>user_id • plan_json • feedback • created_at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715000"/>
            <a:ext cx="6675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Aptos Display"/>
              </a:defRPr>
            </a:pPr>
            <a:r>
              <a:t>Persistent flow: User → Profile → Generated Plan → Plan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AI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206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4251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9047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ptos Display"/>
              </a:defRPr>
            </a:pPr>
            <a:r>
              <a:t>Gemini-powered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47365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500">
                <a:solidFill>
                  <a:srgbClr val="475569"/>
                </a:solidFill>
                <a:latin typeface="Aptos"/>
              </a:defRPr>
            </a:pPr>
            <a:r>
              <a:t>When a Gemini API key is configured, the application sends the user's fitness profile and optional feedback to the model and expects structured JSON for a 7-day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49047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Built-in fallback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84248"/>
            <a:ext cx="4736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400">
                <a:solidFill>
                  <a:srgbClr val="475569"/>
                </a:solidFill>
                <a:latin typeface="Aptos"/>
              </a:defRPr>
            </a:pPr>
            <a:r>
              <a:t>If the API key is missing or Gemini generation fails, the application still produces a demo plan so the web app remains usable.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42900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429000"/>
            <a:ext cx="64008" cy="2148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59359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Safety-oriented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087368"/>
            <a:ext cx="47365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400">
                <a:solidFill>
                  <a:srgbClr val="475569"/>
                </a:solidFill>
                <a:latin typeface="Aptos"/>
              </a:defRPr>
            </a:pPr>
            <a:r>
              <a:t>The AI prompt asks for practical plans, avoids medication/diagnosis, and includes safety guidance. Fitness output is informational.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Key Functional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User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475569"/>
                </a:solidFill>
                <a:latin typeface="Aptos"/>
              </a:defRPr>
            </a:pPr>
            <a:r>
              <a:t>Registration and login with password hashing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325880"/>
            <a:ext cx="64008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Personal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984248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475569"/>
                </a:solidFill>
                <a:latin typeface="Aptos"/>
              </a:defRPr>
            </a:pPr>
            <a:r>
              <a:t>Fitness inputs drive the plan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325880"/>
            <a:ext cx="64008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7-Day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984248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475569"/>
                </a:solidFill>
                <a:latin typeface="Aptos"/>
              </a:defRPr>
            </a:pPr>
            <a:r>
              <a:t>Workout, duration, intensity, food and recovery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832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83280"/>
            <a:ext cx="64008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5478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Regeneration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041648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475569"/>
                </a:solidFill>
                <a:latin typeface="Aptos"/>
              </a:defRPr>
            </a:pPr>
            <a:r>
              <a:t>User feedback can be used to generate another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3832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383280"/>
            <a:ext cx="64008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5478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Plan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041648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475569"/>
                </a:solidFill>
                <a:latin typeface="Aptos"/>
              </a:defRPr>
            </a:pPr>
            <a:r>
              <a:t>Recent plans can be retrieved from SQLite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3832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383280"/>
            <a:ext cx="64008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35478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Health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041648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475569"/>
                </a:solidFill>
                <a:latin typeface="Aptos"/>
              </a:defRPr>
            </a:pPr>
            <a:r>
              <a:t>API health endpoint reports service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Testing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" y="148132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47218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1435607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Application starts without import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73951" y="148132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47218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1435607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Registration and login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2316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257860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56946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2532888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Profile save/update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42316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3951" y="257860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256946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2532888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Plan generation and regeneration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520439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3675887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66674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3630168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Database read/write 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520439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73951" y="3675887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1" y="366674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3630168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Frontend pages load correctly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61772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832" y="477316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476402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0472" y="4727448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Frontend-to-backend communication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461772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73951" y="477316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1" y="476402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4727448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AI configuration and fallback handling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Advantages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90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4526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Modular project organization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Lightweight SQLite database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Clean FastAPI API architecture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Easy local development and testing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AI-ready fitness assistance foundation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Expandable toward analytics and personalization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6400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490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526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AI features depend on configured API credentials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SQLite is intended for lightweight / small-scale deployment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Fitness recommendations are not medical advice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Final feature set depends on the implemented source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4475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ptos Display"/>
              </a:defRPr>
            </a:pPr>
            <a:r>
              <a:t>Personalized workout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8016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28016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44475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ptos Display"/>
              </a:defRPr>
            </a:pPr>
            <a:r>
              <a:t>Progress tracking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8016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280160"/>
            <a:ext cx="64008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44475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ptos Display"/>
              </a:defRPr>
            </a:pPr>
            <a:r>
              <a:t>Nutrition assistance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06039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606039"/>
            <a:ext cx="6400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77063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ptos Display"/>
              </a:defRPr>
            </a:pPr>
            <a:r>
              <a:t>Conversational AI assistant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606039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606039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77063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ptos Display"/>
              </a:defRPr>
            </a:pPr>
            <a:r>
              <a:t>User profiles and preference-based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2606039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2606039"/>
            <a:ext cx="64008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277063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ptos Display"/>
              </a:defRPr>
            </a:pPr>
            <a:r>
              <a:t>Mobile application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3192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931920"/>
            <a:ext cx="6400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09651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ptos Display"/>
              </a:defRPr>
            </a:pPr>
            <a:r>
              <a:t>Cloud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93192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393192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409651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ptos Display"/>
              </a:defRPr>
            </a:pPr>
            <a:r>
              <a:t>Authentication and role-based access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93192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3931920"/>
            <a:ext cx="64008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409651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ptos Display"/>
              </a:defRPr>
            </a:pPr>
            <a:r>
              <a:t>Analytics and progress visualization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Project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719072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69164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Pavithiran P 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Team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27448" y="1719072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719072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NJ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9164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Narmadha J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22208" y="1719072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719072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Mishal 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3685032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5760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Haripriya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3832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27448" y="3685032"/>
            <a:ext cx="777240" cy="7772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3685032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65760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Ragavi 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623560"/>
            <a:ext cx="6309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75569"/>
                </a:solidFill>
                <a:latin typeface="Aptos Display"/>
              </a:defRPr>
            </a:pPr>
            <a:r>
              <a:t>Project Guide: 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182880"/>
            <a:ext cx="2743200" cy="2743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97840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0">
                <a:solidFill>
                  <a:srgbClr val="E2E8F0"/>
                </a:solidFill>
                <a:latin typeface="Aptos Display"/>
              </a:defRPr>
            </a:pPr>
            <a:r>
              <a:t>FitBuddy AI combines a web interface, FastAPI backend, SQLite persistence and an AI-ready planning layer to create a structured fitness assistance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749039"/>
            <a:ext cx="123444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3794759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CFCE7"/>
                </a:solidFill>
                <a:latin typeface="Aptos"/>
              </a:defRPr>
            </a:pPr>
            <a:r>
              <a:t>MODULAR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749039"/>
            <a:ext cx="1417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9152" y="3794759"/>
            <a:ext cx="1271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CFCE7"/>
                </a:solidFill>
                <a:latin typeface="Aptos"/>
              </a:defRPr>
            </a:pPr>
            <a:r>
              <a:t>SCALABLE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3749039"/>
            <a:ext cx="13716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3794759"/>
            <a:ext cx="1225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CFCE7"/>
                </a:solidFill>
                <a:latin typeface="Aptos"/>
              </a:defRPr>
            </a:pPr>
            <a:r>
              <a:t>AI-READY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5029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376672"/>
            <a:ext cx="4572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 Display"/>
              </a:defRPr>
            </a:pPr>
            <a:r>
              <a:t>Questions &amp; Discussion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FitBuddy AI – Team Project Presentation</dc:title>
  <dc:subject>AI-powered fitness assistance web application</dc:subject>
  <dc:creator>FitBuddy AI Team</dc:creator>
  <cp:keywords>FitBuddy AI, FastAPI, SQLite, Gemini, Fitness Plan Generator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